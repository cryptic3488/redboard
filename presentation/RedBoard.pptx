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C8102E"/>
                </a:solidFill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RedBoard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0EB"/>
                </a:solidFill>
              </a:rPr>
              <a:t>Denison University Women's Basketball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0A0A8"/>
                </a:solidFill>
              </a:rPr>
              <a:t>One platform. Coach content. Player focus.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473952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Coaching ran on group chats,
shared drives, and printed binders.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0EB"/>
                </a:solidFill>
              </a:rPr>
              <a:t>• Film buried in Hudl links scattered across text threads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0EB"/>
                </a:solidFill>
              </a:rPr>
              <a:t>• Stat sheets emailed as Excel attachments — no 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0EB"/>
                </a:solidFill>
              </a:rPr>
              <a:t>• Wellness check-ins done verbally or forgotten entirely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0EB"/>
                </a:solidFill>
              </a:rPr>
              <a:t>• Playbook PDFs printed, lost, or outdated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0EB"/>
                </a:solidFill>
              </a:rPr>
              <a:t>• No single source of truth for players or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RedBoard replaces the chaos
with one mobile-first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560320" cy="20116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56032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</a:rPr>
              <a:t>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Hudl clips &amp; video
shared instantly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828800"/>
            <a:ext cx="2560320" cy="20116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1828800"/>
            <a:ext cx="256032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</a:rPr>
              <a:t>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CSV upload → published
with trend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560320" cy="20116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828800"/>
            <a:ext cx="256032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</a:rPr>
              <a:t>Wellness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Daily check-in forms
build player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828800"/>
            <a:ext cx="2560320" cy="20116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1828800"/>
            <a:ext cx="256032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</a:rPr>
              <a:t>Playbook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Virtual binder with
folders &amp;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Built on a modern,
serverless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828800"/>
            <a:ext cx="11704320" cy="57607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385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93852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React 18 (TypeScript) · Vite 5 · Tailwind CSS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2450592"/>
            <a:ext cx="11704320" cy="576072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React Router v6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3072384"/>
            <a:ext cx="11704320" cy="57607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18211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Supabase — Auth, PostgREST, Realtime, 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3694176"/>
            <a:ext cx="11704320" cy="576072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039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0390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PostgreSQL with Row Level Security (RLS)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4315968"/>
            <a:ext cx="11704320" cy="57607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2569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File 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425696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SheetJS (xlsx) — client-side CSV/XLSX parsing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4937760"/>
            <a:ext cx="11704320" cy="576072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0474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04748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Static Vite build → any CDN or hosting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 custom server.
All security lives in the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11430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64008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84247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Browser (React App)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04871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supabase-js · anon key · HTTPS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1693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102E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81527"/>
            <a:ext cx="11430000" cy="1005840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081527"/>
            <a:ext cx="64008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191255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Supabase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118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Auth (JWT)  ·  PostgREST  ·  Storage  · 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123943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102E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88535"/>
            <a:ext cx="11430000" cy="100584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288535"/>
            <a:ext cx="64008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98263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PostgreSQL + 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18887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Row Level Security enforces all access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8"/>
                </a:solidFill>
              </a:rPr>
              <a:t>Every query carries the user's JWT. auth.uid() is evaluated by Postgres at query time — players can never read another player's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7548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Secure email + password login
routes each user to their role.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Supabase Auth issues a JWT on sign-in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AuthContext reads role from the profiles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Admins land on /admin · Players land on /app/feed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AuthGuard + AdminGuard enforce routing — no URL bypass</a:t>
            </a:r>
          </a:p>
        </p:txBody>
      </p:sp>
      <p:pic>
        <p:nvPicPr>
          <p:cNvPr id="9" name="Picture 8" descr="00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2915463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PLAYER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7548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Every piece of coach content
in one chronological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Time-based greeting with the player's first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Wellness nudge card when a check-in is due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Stat snapshot — latest week vs prior, latest game vs career avg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Unified feed: film clips, stat uploads, playbook additions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Real-time updates via Supabase Realtime — no page refresh</a:t>
            </a:r>
          </a:p>
        </p:txBody>
      </p:sp>
      <p:pic>
        <p:nvPicPr>
          <p:cNvPr id="10" name="Picture 9" descr="01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2915463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FILM — PLAYER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7548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Hudl clips and video files
delivered directly to players.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Coaches target Team or Individual recipients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"Just for you" badge on personal clips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Unread red dot badge clears on page 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Hudl embedded inline · uploaded files via signed URL</a:t>
            </a:r>
          </a:p>
        </p:txBody>
      </p:sp>
      <p:pic>
        <p:nvPicPr>
          <p:cNvPr id="9" name="Picture 8" descr="02_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2915463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STATS — PLAYER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7548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Personal performance trends,
hero stats, and coach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Practice stats grouped by week with Δ vs prior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Game stats per game with Δ vs career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Four hero stats: Points · Rebounds · Assists · Steals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Coach-set goals shown with progress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All standard stats in expandable table</a:t>
            </a:r>
          </a:p>
        </p:txBody>
      </p:sp>
      <p:pic>
        <p:nvPicPr>
          <p:cNvPr id="10" name="Picture 9" descr="03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2915463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WELLNESS — PLAYER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7548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One form per day.
Three question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Rating (1–5 stars) · Yes/No toggle · Free-text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Active form shown only if player hasn't submitted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After submission: read-only review of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Wellness nudge on Feed disappears on submission</a:t>
            </a:r>
          </a:p>
        </p:txBody>
      </p:sp>
      <p:pic>
        <p:nvPicPr>
          <p:cNvPr id="9" name="Picture 8" descr="04_well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2915463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PLAYBOOK — PLAYER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7548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Virtual binder — browse folders,
tap to open full-screen.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Folders expand to show file thumbnails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Full-screen lightbox viewer for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PDFs render in-browser via iframe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Coach controls folder and file sort order</a:t>
            </a:r>
          </a:p>
        </p:txBody>
      </p:sp>
      <p:pic>
        <p:nvPicPr>
          <p:cNvPr id="9" name="Picture 8" descr="05_play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2915463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PLAYER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7548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Players manage their own
identity within the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Upload a profile photo (stored in Supabase Storage)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Set jersey number, position, class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Toggle dim (dark) mode — persisted to localStorage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0EB"/>
                </a:solidFill>
              </a:rPr>
              <a:t>• Sign out</a:t>
            </a:r>
          </a:p>
        </p:txBody>
      </p:sp>
      <p:pic>
        <p:nvPicPr>
          <p:cNvPr id="9" name="Picture 8" descr="06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2915463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COACHING STAFF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Admin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CCCC"/>
                </a:solidFill>
              </a:rPr>
              <a:t>Every feature has a coach-facing management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0"/>
            <a:ext cx="12115800" cy="75723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ADMIN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95604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Roster management and platform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55778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Create &amp; manage user accounts   ·   Assign roles (admin / player)   ·   View profile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0"/>
            <a:ext cx="12115800" cy="75723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ADMIN — FILM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95604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Post Hudl links or upload video files to the whole team or individual players.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55778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Paste Hudl URL or upload file   ·   Team or Individual visibility   ·   Select recipients from roster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0"/>
            <a:ext cx="12115800" cy="75723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ADMIN — 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95604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Upload CSV/XLSX → fuzzy-match roster → publish when 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55778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Client-side parsing via SheetJS   ·   Auto column detection + manual override   ·   Draft → Publish flow  ·  Player annotations  ·  Goal setting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0"/>
            <a:ext cx="12115800" cy="75723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ADMIN — WELLNESS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95604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Build forms, schedule them in advance, and see today's responses at a glance.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55778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Drag-and-drop form builder (Rating / Yes-No / Text)   ·   Calendar scheduling — auto-activate at midnight   ·   Today's dashboard: per-player status + team aggregates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0"/>
            <a:ext cx="12115800" cy="75723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ADMIN —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95604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Create folders, upload files, drag to reorder.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55778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Named folders with sort order   ·   Upload images or PDFs to any folder   ·   Drag-to-reorder within folders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8"/>
                </a:solidFill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Default-deny RLS.
Every row protected at the database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79476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920240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828800"/>
            <a:ext cx="3703319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1688" y="192024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Player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61188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9202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Admin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9152"/>
            <a:ext cx="3794760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45059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profiles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359152"/>
            <a:ext cx="3703319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450592"/>
            <a:ext cx="356615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Own row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59152"/>
            <a:ext cx="3611880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2450592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All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89504"/>
            <a:ext cx="3794760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98094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film_posts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889504"/>
            <a:ext cx="3703319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980944"/>
            <a:ext cx="356615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Posts targeted to them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889504"/>
            <a:ext cx="3611880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2980944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All posts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19856"/>
            <a:ext cx="3794760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51129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stat_uploads/entries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419856"/>
            <a:ext cx="3703319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511296"/>
            <a:ext cx="356615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Published uploads · own entries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419856"/>
            <a:ext cx="3611880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3511296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All uploads &amp; entries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50208"/>
            <a:ext cx="3794760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04164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wellness_forms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3950208"/>
            <a:ext cx="3703319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4041648"/>
            <a:ext cx="356615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Active form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950208"/>
            <a:ext cx="3611880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4041648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All forms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80560"/>
            <a:ext cx="3794760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457200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wellness_responses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4480560"/>
            <a:ext cx="3703319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4572000"/>
            <a:ext cx="356615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Own responses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4480560"/>
            <a:ext cx="3611880" cy="4937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57200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All responses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10912"/>
            <a:ext cx="3794760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510235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playbook_folders/files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5010912"/>
            <a:ext cx="3703319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61688" y="5102352"/>
            <a:ext cx="356615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All (read-only)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5010912"/>
            <a:ext cx="3611880" cy="493776"/>
          </a:xfrm>
          <a:prstGeom prst="rect">
            <a:avLst/>
          </a:prstGeom>
          <a:solidFill>
            <a:srgbClr val="24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56448" y="5102352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0EB"/>
                </a:solidFill>
              </a:rPr>
              <a:t>Full CRUD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C8102E"/>
                </a:solidFill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RedBoard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F0EB"/>
                </a:solidFill>
              </a:rPr>
              <a:t>One platform — built for the Big 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737360" cy="4754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4564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47472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Film · Stats · Wellness · Playbook · Feed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41648"/>
            <a:ext cx="1737360" cy="4754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1148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13308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Admin (coaching staff) · Player (roster)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00016"/>
            <a:ext cx="1737360" cy="4754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73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79145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Fully serverless — Supabase + static hosting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58384"/>
            <a:ext cx="1737360" cy="4754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4315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4982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0EB"/>
                </a:solidFill>
              </a:rPr>
              <a:t>Every row protected — no client-side security holes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473952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CONFIDENTIAL —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